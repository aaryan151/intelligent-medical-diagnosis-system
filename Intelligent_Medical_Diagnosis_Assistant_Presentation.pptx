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3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3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8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2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64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3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9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11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9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76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1074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15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17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78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42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7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21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Medical Diagnosis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Based Web Application</a:t>
            </a:r>
          </a:p>
          <a:p>
            <a:pPr lvl="1"/>
            <a:r>
              <a:t>Developed using Django and Random Forest Algorithm</a:t>
            </a:r>
          </a:p>
          <a:p>
            <a:pPr lvl="1"/>
            <a:r>
              <a:t>Predicts diseases based on 132 symptoms</a:t>
            </a:r>
          </a:p>
          <a:p>
            <a:pPr lvl="1"/>
            <a:r>
              <a:t>Secure, scalable and AI-powered healthcare support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learning-driven web application for disease prediction.</a:t>
            </a:r>
          </a:p>
          <a:p>
            <a:pPr lvl="1"/>
            <a:r>
              <a:t>Users select symptoms and receive real-time disease predictions.</a:t>
            </a:r>
          </a:p>
          <a:p>
            <a:pPr lvl="1"/>
            <a:r>
              <a:t>Random Forest classification model trained on structured dataset.</a:t>
            </a:r>
          </a:p>
          <a:p>
            <a:pPr lvl="1"/>
            <a:r>
              <a:t>Model deployed in Django backend using joblib serialization.</a:t>
            </a:r>
          </a:p>
          <a:p>
            <a:pPr lvl="1"/>
            <a:r>
              <a:t>End-to-end integration of ML, web development, database, and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healthcare support system using AI techniques.</a:t>
            </a:r>
          </a:p>
          <a:p>
            <a:pPr lvl="1"/>
            <a:r>
              <a:t>Combines machine learning with Django web framework.</a:t>
            </a:r>
          </a:p>
          <a:p>
            <a:pPr lvl="1"/>
            <a:r>
              <a:t>Allows authenticated users to select symptoms.</a:t>
            </a:r>
          </a:p>
          <a:p>
            <a:pPr lvl="1"/>
            <a:r>
              <a:t>Generates disease prediction instantly.</a:t>
            </a:r>
          </a:p>
          <a:p>
            <a:pPr lvl="1"/>
            <a:r>
              <a:t>Demonstrates real-world ML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diagnosis can be time-consuming.</a:t>
            </a:r>
          </a:p>
          <a:p>
            <a:pPr lvl="1"/>
            <a:r>
              <a:t>Limited access to healthcare in rural areas.</a:t>
            </a:r>
          </a:p>
          <a:p>
            <a:pPr lvl="1"/>
            <a:r>
              <a:t>Human interpretation may cause inconsistencies.</a:t>
            </a:r>
          </a:p>
          <a:p>
            <a:pPr lvl="1"/>
            <a:r>
              <a:t>Need automated preliminary diagnosis system.</a:t>
            </a:r>
          </a:p>
          <a:p>
            <a:pPr lvl="1"/>
            <a:r>
              <a:t>Machine learning enables systematic pattern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supervised ML model for disease classification.</a:t>
            </a:r>
          </a:p>
          <a:p>
            <a:pPr lvl="1"/>
            <a:r>
              <a:t>Train using dataset of 132 binary symptom features.</a:t>
            </a:r>
          </a:p>
          <a:p>
            <a:pPr lvl="1"/>
            <a:r>
              <a:t>Build secure Django-based web application.</a:t>
            </a:r>
          </a:p>
          <a:p>
            <a:pPr lvl="1"/>
            <a:r>
              <a:t>Implement login, signup, logout and session management.</a:t>
            </a:r>
          </a:p>
          <a:p>
            <a:pPr lvl="1"/>
            <a:r>
              <a:t>Store prediction history in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132 binary symptom features (0 = Absent, 1 = Present).</a:t>
            </a:r>
          </a:p>
          <a:p>
            <a:pPr lvl="1"/>
            <a:r>
              <a:t>Target column: Prognosis (Disease name).</a:t>
            </a:r>
          </a:p>
          <a:p>
            <a:pPr lvl="1"/>
            <a:r>
              <a:t>Each row represents one medical case.</a:t>
            </a:r>
          </a:p>
          <a:p>
            <a:pPr lvl="1"/>
            <a:r>
              <a:t>LabelEncoder used for encoding disease labels.</a:t>
            </a:r>
          </a:p>
          <a:p>
            <a:pPr lvl="1"/>
            <a:r>
              <a:t>Maintained strict feature order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 used.</a:t>
            </a:r>
          </a:p>
          <a:p>
            <a:pPr lvl="1"/>
            <a:r>
              <a:t>Ensemble method combining multiple decision trees.</a:t>
            </a:r>
          </a:p>
          <a:p>
            <a:pPr lvl="1"/>
            <a:r>
              <a:t>Reduces overfitting and improves stability.</a:t>
            </a:r>
          </a:p>
          <a:p>
            <a:pPr lvl="1"/>
            <a:r>
              <a:t>Suitable for high-dimensional feature space.</a:t>
            </a:r>
          </a:p>
          <a:p>
            <a:pPr lvl="1"/>
            <a:r>
              <a:t>High accuracy and reliable classification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dataset using pandas.</a:t>
            </a:r>
          </a:p>
          <a:p>
            <a:pPr lvl="1"/>
            <a:r>
              <a:t>Separate features (X) and target (y).</a:t>
            </a:r>
          </a:p>
          <a:p>
            <a:pPr lvl="1"/>
            <a:r>
              <a:t>Encode disease labels using LabelEncoder.</a:t>
            </a:r>
          </a:p>
          <a:p>
            <a:pPr lvl="1"/>
            <a:r>
              <a:t>Split dataset into training and testing sets.</a:t>
            </a:r>
          </a:p>
          <a:p>
            <a:pPr lvl="1"/>
            <a:r>
              <a:t>Train RandomForestClassifier model.</a:t>
            </a:r>
          </a:p>
          <a:p>
            <a:pPr lvl="1"/>
            <a:r>
              <a:t>Evaluate accuracy and save model using joblib.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Three-tier architecture implemented.</a:t>
            </a:r>
          </a:p>
          <a:p>
            <a:pPr lvl="1"/>
            <a:r>
              <a:t>Presentation Layer – HTML, CSS Templates.</a:t>
            </a:r>
          </a:p>
          <a:p>
            <a:pPr lvl="1"/>
            <a:r>
              <a:t>Application Layer – Django backend logic.</a:t>
            </a:r>
          </a:p>
          <a:p>
            <a:pPr lvl="1"/>
            <a:r>
              <a:t>Data Layer – SQLite database.</a:t>
            </a:r>
          </a:p>
          <a:p>
            <a:pPr lvl="1"/>
            <a:r>
              <a:t>Flow: User → Form → Model → Prediction → Database → Display.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using Django framework.</a:t>
            </a:r>
          </a:p>
          <a:p>
            <a:pPr lvl="1"/>
            <a:r>
              <a:t>Dynamic generation of 132 symptom checkboxes.</a:t>
            </a:r>
          </a:p>
          <a:p>
            <a:pPr lvl="1"/>
            <a:r>
              <a:t>Single-page prediction interface.</a:t>
            </a:r>
          </a:p>
          <a:p>
            <a:pPr lvl="1"/>
            <a:r>
              <a:t>Results displayed below form.</a:t>
            </a:r>
          </a:p>
          <a:p>
            <a:pPr lvl="1"/>
            <a:r>
              <a:t>Logout mechanism implemented for security.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symptoms and submits form.</a:t>
            </a:r>
          </a:p>
          <a:p>
            <a:pPr lvl="1"/>
            <a:r>
              <a:t>Input converted into binary feature vector.</a:t>
            </a:r>
          </a:p>
          <a:p>
            <a:pPr lvl="1"/>
            <a:r>
              <a:t>Serialized model loaded for prediction.</a:t>
            </a:r>
          </a:p>
          <a:p>
            <a:pPr lvl="1"/>
            <a:r>
              <a:t>Encoded output decoded using LabelEncoder.</a:t>
            </a:r>
          </a:p>
          <a:p>
            <a:pPr lvl="1"/>
            <a:r>
              <a:t>Prediction displayed and stored in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used as relational database.</a:t>
            </a:r>
          </a:p>
          <a:p>
            <a:pPr lvl="1"/>
            <a:r>
              <a:t>Prediction model includes:</a:t>
            </a:r>
          </a:p>
          <a:p>
            <a:pPr lvl="1"/>
            <a:r>
              <a:t>User (Foreign Key reference).</a:t>
            </a:r>
          </a:p>
          <a:p>
            <a:pPr lvl="1"/>
            <a:r>
              <a:t>Selected symptoms (TextField).</a:t>
            </a:r>
          </a:p>
          <a:p>
            <a:pPr lvl="1"/>
            <a:r>
              <a:t>Predicted disease (CharField).</a:t>
            </a:r>
          </a:p>
          <a:p>
            <a:pPr lvl="1"/>
            <a:r>
              <a:t>Timestamp (DateTimeField).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CSRF protection enabled by Django.</a:t>
            </a:r>
          </a:p>
          <a:p>
            <a:pPr lvl="1"/>
            <a:r>
              <a:t>Password hashing for secure authentication.</a:t>
            </a:r>
          </a:p>
          <a:p>
            <a:pPr lvl="1"/>
            <a:r>
              <a:t>login_required decorator restricts access.</a:t>
            </a:r>
          </a:p>
          <a:p>
            <a:pPr lvl="1"/>
            <a:r>
              <a:t>Session-based authentication system.</a:t>
            </a:r>
          </a:p>
          <a:p>
            <a:pPr lvl="1"/>
            <a:r>
              <a:t>Secure form validation implemented.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Pickle compatibility issues across environments.</a:t>
            </a:r>
          </a:p>
          <a:p>
            <a:pPr lvl="1"/>
            <a:r>
              <a:t>Maintaining strict order of 132 symptoms.</a:t>
            </a:r>
          </a:p>
          <a:p>
            <a:pPr lvl="1"/>
            <a:r>
              <a:t>Managing Python and sklearn dependencies.</a:t>
            </a:r>
          </a:p>
          <a:p>
            <a:pPr lvl="1"/>
            <a:r>
              <a:t>Handling numeric encoded output.</a:t>
            </a:r>
          </a:p>
          <a:p>
            <a:pPr lvl="1"/>
            <a:r>
              <a:t>Ensuring proper authentication workflow.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integrated ML with Django.</a:t>
            </a:r>
          </a:p>
          <a:p>
            <a:pPr lvl="1"/>
            <a:r>
              <a:t>Demonstrated real-time disease prediction.</a:t>
            </a:r>
          </a:p>
          <a:p>
            <a:pPr lvl="1"/>
            <a:r>
              <a:t>Secure and scalable system architecture.</a:t>
            </a:r>
          </a:p>
          <a:p>
            <a:pPr lvl="1"/>
            <a:r>
              <a:t>Practical example of AI in healthcare.</a:t>
            </a:r>
          </a:p>
          <a:p>
            <a:pPr lvl="1"/>
            <a:r>
              <a:t>Strong foundation for future AI healthcare platforms.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544</Words>
  <Application>Microsoft Office PowerPoint</Application>
  <PresentationFormat>On-screen Show (4:3)</PresentationFormat>
  <Paragraphs>91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Intelligent Medical Diagnosis Assistant</vt:lpstr>
      <vt:lpstr>Abstract</vt:lpstr>
      <vt:lpstr>Introduction</vt:lpstr>
      <vt:lpstr>Problem Statement</vt:lpstr>
      <vt:lpstr>Objectives of the Project</vt:lpstr>
      <vt:lpstr>Dataset Description</vt:lpstr>
      <vt:lpstr>Machine Learning Model</vt:lpstr>
      <vt:lpstr>Model Training Process</vt:lpstr>
      <vt:lpstr>System Architecture</vt:lpstr>
      <vt:lpstr>Web Application Implementation</vt:lpstr>
      <vt:lpstr>Prediction Workflow</vt:lpstr>
      <vt:lpstr>Database Design</vt:lpstr>
      <vt:lpstr>Security Features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Aaryan Raj</dc:creator>
  <cp:keywords/>
  <dc:description>generated using python-pptx</dc:description>
  <cp:lastModifiedBy>AARYAN Raj</cp:lastModifiedBy>
  <cp:revision>2</cp:revision>
  <dcterms:created xsi:type="dcterms:W3CDTF">2013-01-27T09:14:16Z</dcterms:created>
  <dcterms:modified xsi:type="dcterms:W3CDTF">2026-02-18T08:38:16Z</dcterms:modified>
  <cp:category/>
</cp:coreProperties>
</file>